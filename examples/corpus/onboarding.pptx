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first week at a glance.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an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administrator assigns you a seat before day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Assigning seats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Seats are assigned in the admin console and can be reassigned later.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Billing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Seats are billed monthly and pro-rated when they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 questions start in the FAQ, then the help desk.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Multi-factor authentication is set up on day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